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0"/>
            <a:ext cx="6400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3383280" y="32004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YASSER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ATHOUMANI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2560320" cy="36576"/>
          </a:xfrm>
          <a:prstGeom prst="rect">
            <a:avLst/>
          </a:prstGeom>
          <a:solidFill>
            <a:srgbClr val="CBD5E1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377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Manager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Chargé de Marketing Digital</a:t>
            </a:r>
            <a:endParaRPr lang="en-US" sz="15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33756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1792" y="33101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athoumaniyas@gmail.com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0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1792" y="36301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+216 51 353 948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977640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1792" y="39502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Tunis, Tunisie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29768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1792" y="42702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linkedin.com/in/athoumani-yasser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114800" y="457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114800" y="10058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• Contenu • Communauté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Digital &amp; Communication</a:t>
            </a:r>
            <a:endParaRPr lang="en-US" sz="2800" dirty="0"/>
          </a:p>
        </p:txBody>
      </p:sp>
      <p:sp>
        <p:nvSpPr>
          <p:cNvPr id="20" name="Text 14"/>
          <p:cNvSpPr/>
          <p:nvPr/>
        </p:nvSpPr>
        <p:spPr>
          <a:xfrm>
            <a:off x="4114800" y="21945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2 Marketing Stratégique &amp; Digital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Collège de Paris – Campus Tunis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: Juin 2026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7132320" y="2560320"/>
            <a:ext cx="2286000" cy="22860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22" name="Shape 16"/>
          <p:cNvSpPr/>
          <p:nvPr/>
        </p:nvSpPr>
        <p:spPr>
          <a:xfrm>
            <a:off x="7589520" y="3017520"/>
            <a:ext cx="1371600" cy="1371600"/>
          </a:xfrm>
          <a:prstGeom prst="ellipse">
            <a:avLst/>
          </a:prstGeom>
          <a:solidFill>
            <a:srgbClr val="02C39A">
              <a:alpha val="50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4114800" y="4114800"/>
            <a:ext cx="4754880" cy="822960"/>
          </a:xfrm>
          <a:prstGeom prst="rect">
            <a:avLst/>
          </a:prstGeom>
          <a:solidFill>
            <a:srgbClr val="1C7293">
              <a:alpha val="80000"/>
            </a:srgbClr>
          </a:solidFill>
          <a:ln/>
        </p:spPr>
      </p:sp>
      <p:sp>
        <p:nvSpPr>
          <p:cNvPr id="24" name="Text 18"/>
          <p:cNvSpPr/>
          <p:nvPr/>
        </p:nvSpPr>
        <p:spPr>
          <a:xfrm>
            <a:off x="4297680" y="413308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4297680" y="446227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Années de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5486400" y="413308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5486400" y="446227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réalisés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6675120" y="413308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3"/>
          <p:cNvSpPr/>
          <p:nvPr/>
        </p:nvSpPr>
        <p:spPr>
          <a:xfrm>
            <a:off x="6675120" y="446227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associatifs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7863840" y="413308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1" name="Text 25"/>
          <p:cNvSpPr/>
          <p:nvPr/>
        </p:nvSpPr>
        <p:spPr>
          <a:xfrm>
            <a:off x="7863840" y="446227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gérées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80160"/>
            <a:ext cx="29260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292608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0939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2 — Junior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Spécialité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6426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Stratégique &amp; Digital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971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31912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Immédiate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520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7398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Présentiel &amp; Distance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069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42885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Français C1 • Arabe B2 • Anglais B1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12801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suis-je ?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657600" y="178308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Passionné par le marketing digital et la communication, je suis étudiant en Master 2 Marketing Stratégique &amp; Digital au Collège de Paris – Campus Tunis.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J'ai développé une expertise concrète en gestion de réseaux sociaux, stratégie de contenu et animation de communauté — à travers mes stages, mes engagements associatifs et la création de ma propre agence ORRENT.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me définit : la rigueur, la créativité et une vraie curiosité pour les tendances digitales. J'apprends vite, je m'adapte facilement et je m'implique à 100% dans chaque projet.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0" y="4114800"/>
            <a:ext cx="1216152" cy="7772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4160520"/>
            <a:ext cx="320040" cy="3200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3657600" y="449884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Rigueur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965192" y="4114800"/>
            <a:ext cx="1216152" cy="7772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4160520"/>
            <a:ext cx="320040" cy="3200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965192" y="449884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Créativité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272784" y="4114800"/>
            <a:ext cx="1216152" cy="7772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4160520"/>
            <a:ext cx="320040" cy="32004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72784" y="449884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Adaptabilité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7580376" y="4114800"/>
            <a:ext cx="1216152" cy="7772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816" y="4160520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580376" y="4498848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51560"/>
            <a:ext cx="2743200" cy="164592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2743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9844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Management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18288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de communautés, modération, engagement, growth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743200" cy="164592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051560"/>
            <a:ext cx="2743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Shape 9"/>
          <p:cNvSpPr/>
          <p:nvPr/>
        </p:nvSpPr>
        <p:spPr>
          <a:xfrm>
            <a:off x="3383280" y="12344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129844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7764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de Contenu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83280" y="18288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éditorial, storytelling, formats adaptés à chaque plateforme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26480" y="1051560"/>
            <a:ext cx="2743200" cy="164592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051560"/>
            <a:ext cx="2743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Shape 14"/>
          <p:cNvSpPr/>
          <p:nvPr/>
        </p:nvSpPr>
        <p:spPr>
          <a:xfrm>
            <a:off x="6263640" y="12344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298448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5800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&amp; SEO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263640" y="18288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concurrentielle, e-réputation, optimisation de la visibilité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65760" y="2880360"/>
            <a:ext cx="2743200" cy="164592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65760" y="2880360"/>
            <a:ext cx="2743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Shape 19"/>
          <p:cNvSpPr/>
          <p:nvPr/>
        </p:nvSpPr>
        <p:spPr>
          <a:xfrm>
            <a:off x="502920" y="3063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127248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9728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02920" y="36576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Planification, retroplanning, méthode Agile / Scrum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46120" y="2880360"/>
            <a:ext cx="2743200" cy="164592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46120" y="2880360"/>
            <a:ext cx="2743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0" name="Shape 24"/>
          <p:cNvSpPr/>
          <p:nvPr/>
        </p:nvSpPr>
        <p:spPr>
          <a:xfrm>
            <a:off x="3383280" y="3063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3127248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97764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Marché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3383280" y="36576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données, SPSS, segmentation, ciblage audience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126480" y="2880360"/>
            <a:ext cx="2743200" cy="164592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126480" y="2880360"/>
            <a:ext cx="2743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6" name="Shape 29"/>
          <p:cNvSpPr/>
          <p:nvPr/>
        </p:nvSpPr>
        <p:spPr>
          <a:xfrm>
            <a:off x="6263640" y="3063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127248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85800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Digitaux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6263640" y="36576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• Odoo • SPSS • Microsoft Office • Meta Business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41" name="Text 33"/>
          <p:cNvSpPr/>
          <p:nvPr/>
        </p:nvSpPr>
        <p:spPr>
          <a:xfrm>
            <a:off x="457200" y="4828032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 •  Facebook  •  Instagram  •  LinkedIn  •  Salesforce  •  Odoo  •  SPSS  •  Microsoft Office  •  Agile / Scrum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EXPÉRIENCES PROFESSIONNELLES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88720"/>
            <a:ext cx="84124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73152" cy="1143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0" y="1261872"/>
            <a:ext cx="1554480" cy="256032"/>
          </a:xfrm>
          <a:prstGeom prst="rect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150608" y="1271016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Janv. 2026 — Présent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26187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 &amp; Responsable Marketing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517904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ORRENT — Agence de conseil en marketing digital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75564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et gestion d'une agence de conseil en marketing digital pour entrepreneurs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Élaboration et déploiement d'une stratégie de contenu multiplateforme (TikTok, Facebook, Instagram)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et développement d'une communauté en ligne autour du marketing et de l'entrepreneuriat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450592"/>
            <a:ext cx="84124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50592"/>
            <a:ext cx="73152" cy="114300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0" y="2523744"/>
            <a:ext cx="1554480" cy="256032"/>
          </a:xfrm>
          <a:prstGeom prst="rect">
            <a:avLst/>
          </a:prstGeom>
          <a:solidFill>
            <a:srgbClr val="F4B942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150608" y="253288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Décembre 2024 — Stage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" y="252374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Stratégie Marketing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2779776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Gangway World Studies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01752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Élaboration de la stratégie marketing annuelle : objectifs, plan d'action et retroplanning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marché, veille concurrentielle et optimisation de la présence en ligne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712464"/>
            <a:ext cx="84124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712464"/>
            <a:ext cx="73152" cy="1143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0" y="3785616"/>
            <a:ext cx="1554480" cy="256032"/>
          </a:xfrm>
          <a:prstGeom prst="rect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150608" y="3794760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Août — Octobre 2024 — Stage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8640" y="378561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Chargé de Recrutement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041648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Smart Conseil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27939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processus de recrutement complet : candidatures, tests, entretiens visio, onboarding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candidats via Odoo pour les postes commerciaux et techniques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&amp; ENGAGEMENTS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FORMATION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23360" cy="91440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64008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904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2 Marketing Stratégique &amp; Digital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013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Collège de Paris – Campus Tunis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202082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Oct. 2025 — Juin 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4023360" cy="91440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514600"/>
            <a:ext cx="64008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87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1 Marketing Stratégique &amp; Digital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89864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Collège de Paris – Campus Tunis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311810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2024 — Mars 2025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611880"/>
            <a:ext cx="4023360" cy="91440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611880"/>
            <a:ext cx="64008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850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Commerce International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9959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CFPF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42153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2021 — Mars 2023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960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ENGAGEMENTS ASSOCIATIFS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417320"/>
            <a:ext cx="4114800" cy="713232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417320"/>
            <a:ext cx="64008" cy="71323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1481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Président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9472" y="17465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des Étudiants &amp; Stagiaires Comoriens en Tunisie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138160" y="1481328"/>
            <a:ext cx="594360" cy="228600"/>
          </a:xfrm>
          <a:prstGeom prst="rect">
            <a:avLst/>
          </a:prstGeom>
          <a:solidFill>
            <a:srgbClr val="F4B942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138160" y="1490472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240280"/>
            <a:ext cx="4114800" cy="713232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240280"/>
            <a:ext cx="64008" cy="71323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29" name="Text 27"/>
          <p:cNvSpPr/>
          <p:nvPr/>
        </p:nvSpPr>
        <p:spPr>
          <a:xfrm>
            <a:off x="4919472" y="23042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Représentant Comorien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19472" y="25694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des Étudiants &amp; Stagiaires Africains en Tunisie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138160" y="2304288"/>
            <a:ext cx="594360" cy="228600"/>
          </a:xfrm>
          <a:prstGeom prst="rect">
            <a:avLst/>
          </a:prstGeom>
          <a:solidFill>
            <a:srgbClr val="F4B942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138160" y="2313432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3063240"/>
            <a:ext cx="4114800" cy="713232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063240"/>
            <a:ext cx="64008" cy="71323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5" name="Text 33"/>
          <p:cNvSpPr/>
          <p:nvPr/>
        </p:nvSpPr>
        <p:spPr>
          <a:xfrm>
            <a:off x="4919472" y="31272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Président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19472" y="33924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Cohésion des Étudiants &amp; Stagiaires de Bambao en Tunisie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138160" y="3127248"/>
            <a:ext cx="594360" cy="228600"/>
          </a:xfrm>
          <a:prstGeom prst="rect">
            <a:avLst/>
          </a:prstGeom>
          <a:solidFill>
            <a:srgbClr val="F4B942">
              <a:alpha val="4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138160" y="3136392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886200"/>
            <a:ext cx="4114800" cy="713232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886200"/>
            <a:ext cx="64008" cy="71323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41" name="Text 39"/>
          <p:cNvSpPr/>
          <p:nvPr/>
        </p:nvSpPr>
        <p:spPr>
          <a:xfrm>
            <a:off x="4919472" y="39502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Secrétaire Général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19472" y="4215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Cohésion des Étudiants &amp; Stagiaires de Bambao en Tunisie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138160" y="3950208"/>
            <a:ext cx="594360" cy="228600"/>
          </a:xfrm>
          <a:prstGeom prst="rect">
            <a:avLst/>
          </a:prstGeom>
          <a:solidFill>
            <a:srgbClr val="F4B942">
              <a:alpha val="4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138160" y="3959352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TRAVAILLONS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286000" cy="45720"/>
          </a:xfrm>
          <a:prstGeom prst="rect">
            <a:avLst/>
          </a:prstGeom>
          <a:solidFill>
            <a:srgbClr val="CBD5E1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immédiatement — Junior motivé et rigoureux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2011680" cy="7772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999232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29718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athoumaniyas@gmail.com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633472" y="2926080"/>
            <a:ext cx="2011680" cy="7772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632" y="299923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36392" y="29718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+216 51 353 948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809744" y="2926080"/>
            <a:ext cx="2011680" cy="7772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2999232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12664" y="29718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linkedin.com/in/athoumani-yasser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6986016" y="2926080"/>
            <a:ext cx="2011680" cy="7772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176" y="299923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88936" y="29718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Tunis, Tunisie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54864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Retrouvez-moi sur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57200" y="4297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370832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7200" y="48188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800" dirty="0"/>
          </a:p>
        </p:txBody>
      </p:sp>
      <p:sp>
        <p:nvSpPr>
          <p:cNvPr id="24" name="Shape 17"/>
          <p:cNvSpPr/>
          <p:nvPr/>
        </p:nvSpPr>
        <p:spPr>
          <a:xfrm>
            <a:off x="1828800" y="4297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40" y="4370832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828800" y="48188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800" dirty="0"/>
          </a:p>
        </p:txBody>
      </p:sp>
      <p:sp>
        <p:nvSpPr>
          <p:cNvPr id="27" name="Shape 19"/>
          <p:cNvSpPr/>
          <p:nvPr/>
        </p:nvSpPr>
        <p:spPr>
          <a:xfrm>
            <a:off x="3200400" y="4297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4370832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200400" y="48188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800" dirty="0"/>
          </a:p>
        </p:txBody>
      </p:sp>
      <p:sp>
        <p:nvSpPr>
          <p:cNvPr id="30" name="Shape 21"/>
          <p:cNvSpPr/>
          <p:nvPr/>
        </p:nvSpPr>
        <p:spPr>
          <a:xfrm>
            <a:off x="5943600" y="4160520"/>
            <a:ext cx="2834640" cy="68580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2"/>
          <p:cNvSpPr/>
          <p:nvPr/>
        </p:nvSpPr>
        <p:spPr>
          <a:xfrm>
            <a:off x="5943600" y="41605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contacter →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— Yasser Athoumani</dc:title>
  <dc:subject>PptxGenJS Presentation</dc:subject>
  <dc:creator>Yasser Athoumani</dc:creator>
  <cp:lastModifiedBy>Yasser Athoumani</cp:lastModifiedBy>
  <cp:revision>1</cp:revision>
  <dcterms:created xsi:type="dcterms:W3CDTF">2026-05-09T14:10:29Z</dcterms:created>
  <dcterms:modified xsi:type="dcterms:W3CDTF">2026-05-09T14:10:29Z</dcterms:modified>
</cp:coreProperties>
</file>